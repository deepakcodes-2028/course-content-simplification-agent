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04" r:id="rId14"/>
    <p:sldId id="305" r:id="rId15"/>
    <p:sldId id="306" r:id="rId16"/>
    <p:sldId id="307" r:id="rId17"/>
    <p:sldId id="308" r:id="rId18"/>
    <p:sldId id="30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237160-7345-4A6B-9394-0DF9DC7F88A3}" v="17" dt="2026-09-11T16:43:21.00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Deepak" userId="1fb1a0f6fd6a21ca" providerId="LiveId" clId="{6F63A967-17FE-40E6-8FC1-D56E63742645}"/>
    <pc:docChg chg="undo custSel delSld modSld">
      <pc:chgData name="B Deepak" userId="1fb1a0f6fd6a21ca" providerId="LiveId" clId="{6F63A967-17FE-40E6-8FC1-D56E63742645}" dt="2026-09-11T16:44:15.294" v="479" actId="113"/>
      <pc:docMkLst>
        <pc:docMk/>
      </pc:docMkLst>
      <pc:sldChg chg="modSp mod">
        <pc:chgData name="B Deepak" userId="1fb1a0f6fd6a21ca" providerId="LiveId" clId="{6F63A967-17FE-40E6-8FC1-D56E63742645}" dt="2026-09-11T15:55:40.887" v="116" actId="14100"/>
        <pc:sldMkLst>
          <pc:docMk/>
          <pc:sldMk cId="261653373" sldId="292"/>
        </pc:sldMkLst>
        <pc:spChg chg="mod">
          <ac:chgData name="B Deepak" userId="1fb1a0f6fd6a21ca" providerId="LiveId" clId="{6F63A967-17FE-40E6-8FC1-D56E63742645}" dt="2026-09-11T15:55:40.887" v="116" actId="14100"/>
          <ac:spMkLst>
            <pc:docMk/>
            <pc:sldMk cId="261653373" sldId="292"/>
            <ac:spMk id="2" creationId="{C6F6745E-14BA-0766-CE1E-32E29663832D}"/>
          </ac:spMkLst>
        </pc:spChg>
        <pc:spChg chg="mod">
          <ac:chgData name="B Deepak" userId="1fb1a0f6fd6a21ca" providerId="LiveId" clId="{6F63A967-17FE-40E6-8FC1-D56E63742645}" dt="2026-09-11T15:54:25.091" v="103" actId="113"/>
          <ac:spMkLst>
            <pc:docMk/>
            <pc:sldMk cId="261653373" sldId="292"/>
            <ac:spMk id="3" creationId="{3847FA31-EA47-D27A-9D69-AF50A3080AEC}"/>
          </ac:spMkLst>
        </pc:spChg>
      </pc:sldChg>
      <pc:sldChg chg="delSp modSp mod">
        <pc:chgData name="B Deepak" userId="1fb1a0f6fd6a21ca" providerId="LiveId" clId="{6F63A967-17FE-40E6-8FC1-D56E63742645}" dt="2026-09-11T16:14:32.150" v="290" actId="255"/>
        <pc:sldMkLst>
          <pc:docMk/>
          <pc:sldMk cId="619459906" sldId="293"/>
        </pc:sldMkLst>
        <pc:spChg chg="del mod">
          <ac:chgData name="B Deepak" userId="1fb1a0f6fd6a21ca" providerId="LiveId" clId="{6F63A967-17FE-40E6-8FC1-D56E63742645}" dt="2026-09-11T16:07:33.863" v="262"/>
          <ac:spMkLst>
            <pc:docMk/>
            <pc:sldMk cId="619459906" sldId="293"/>
            <ac:spMk id="2" creationId="{4A1BF701-ABCA-4DF0-8330-B6AF71EF8E39}"/>
          </ac:spMkLst>
        </pc:spChg>
        <pc:spChg chg="mod">
          <ac:chgData name="B Deepak" userId="1fb1a0f6fd6a21ca" providerId="LiveId" clId="{6F63A967-17FE-40E6-8FC1-D56E63742645}" dt="2026-09-11T16:14:32.150" v="290" actId="255"/>
          <ac:spMkLst>
            <pc:docMk/>
            <pc:sldMk cId="619459906" sldId="293"/>
            <ac:spMk id="3" creationId="{527F30CC-07EF-8FCC-DA00-C9212F5DAECE}"/>
          </ac:spMkLst>
        </pc:spChg>
      </pc:sldChg>
      <pc:sldChg chg="addSp modSp mod">
        <pc:chgData name="B Deepak" userId="1fb1a0f6fd6a21ca" providerId="LiveId" clId="{6F63A967-17FE-40E6-8FC1-D56E63742645}" dt="2026-09-11T16:27:07.777" v="440" actId="20577"/>
        <pc:sldMkLst>
          <pc:docMk/>
          <pc:sldMk cId="443603904" sldId="294"/>
        </pc:sldMkLst>
        <pc:spChg chg="mod">
          <ac:chgData name="B Deepak" userId="1fb1a0f6fd6a21ca" providerId="LiveId" clId="{6F63A967-17FE-40E6-8FC1-D56E63742645}" dt="2026-09-11T16:27:07.777" v="440" actId="20577"/>
          <ac:spMkLst>
            <pc:docMk/>
            <pc:sldMk cId="443603904" sldId="294"/>
            <ac:spMk id="2" creationId="{151FBD4A-3273-E454-091D-D5B0678FC299}"/>
          </ac:spMkLst>
        </pc:spChg>
        <pc:spChg chg="mod">
          <ac:chgData name="B Deepak" userId="1fb1a0f6fd6a21ca" providerId="LiveId" clId="{6F63A967-17FE-40E6-8FC1-D56E63742645}" dt="2026-09-11T16:26:32.906" v="438" actId="20577"/>
          <ac:spMkLst>
            <pc:docMk/>
            <pc:sldMk cId="443603904" sldId="294"/>
            <ac:spMk id="3" creationId="{4A7608B5-9906-EFCF-959A-E89FC2E3EE19}"/>
          </ac:spMkLst>
        </pc:spChg>
        <pc:graphicFrameChg chg="add mod modGraphic">
          <ac:chgData name="B Deepak" userId="1fb1a0f6fd6a21ca" providerId="LiveId" clId="{6F63A967-17FE-40E6-8FC1-D56E63742645}" dt="2026-09-11T16:25:07.282" v="311" actId="1076"/>
          <ac:graphicFrameMkLst>
            <pc:docMk/>
            <pc:sldMk cId="443603904" sldId="294"/>
            <ac:graphicFrameMk id="4" creationId="{F8B1ABC1-74FF-ECA5-06B0-5590F70F46C6}"/>
          </ac:graphicFrameMkLst>
        </pc:graphicFrameChg>
      </pc:sldChg>
      <pc:sldChg chg="addSp delSp modSp mod">
        <pc:chgData name="B Deepak" userId="1fb1a0f6fd6a21ca" providerId="LiveId" clId="{6F63A967-17FE-40E6-8FC1-D56E63742645}" dt="2026-09-11T15:17:57.408" v="20" actId="1076"/>
        <pc:sldMkLst>
          <pc:docMk/>
          <pc:sldMk cId="3114963633" sldId="295"/>
        </pc:sldMkLst>
        <pc:spChg chg="del">
          <ac:chgData name="B Deepak" userId="1fb1a0f6fd6a21ca" providerId="LiveId" clId="{6F63A967-17FE-40E6-8FC1-D56E63742645}" dt="2026-09-11T15:16:05.672" v="15" actId="478"/>
          <ac:spMkLst>
            <pc:docMk/>
            <pc:sldMk cId="3114963633" sldId="295"/>
            <ac:spMk id="9" creationId="{6FFF7BC6-93D0-8D42-34B7-C226B1B96C2D}"/>
          </ac:spMkLst>
        </pc:spChg>
        <pc:spChg chg="del">
          <ac:chgData name="B Deepak" userId="1fb1a0f6fd6a21ca" providerId="LiveId" clId="{6F63A967-17FE-40E6-8FC1-D56E63742645}" dt="2026-09-11T15:16:07.913" v="16" actId="478"/>
          <ac:spMkLst>
            <pc:docMk/>
            <pc:sldMk cId="3114963633" sldId="295"/>
            <ac:spMk id="10" creationId="{A6C81E80-ED7B-4240-A8EE-0221D9ACD900}"/>
          </ac:spMkLst>
        </pc:spChg>
        <pc:picChg chg="add mod">
          <ac:chgData name="B Deepak" userId="1fb1a0f6fd6a21ca" providerId="LiveId" clId="{6F63A967-17FE-40E6-8FC1-D56E63742645}" dt="2026-09-11T15:17:57.408" v="20" actId="1076"/>
          <ac:picMkLst>
            <pc:docMk/>
            <pc:sldMk cId="3114963633" sldId="295"/>
            <ac:picMk id="4" creationId="{570363E7-5818-978B-EB86-A93327780A65}"/>
          </ac:picMkLst>
        </pc:picChg>
        <pc:picChg chg="del">
          <ac:chgData name="B Deepak" userId="1fb1a0f6fd6a21ca" providerId="LiveId" clId="{6F63A967-17FE-40E6-8FC1-D56E63742645}" dt="2026-09-11T15:16:02.689" v="14" actId="478"/>
          <ac:picMkLst>
            <pc:docMk/>
            <pc:sldMk cId="3114963633" sldId="295"/>
            <ac:picMk id="5" creationId="{61F38907-89DE-28F7-316F-44E7DAB9309E}"/>
          </ac:picMkLst>
        </pc:picChg>
      </pc:sldChg>
      <pc:sldChg chg="addSp delSp modSp mod">
        <pc:chgData name="B Deepak" userId="1fb1a0f6fd6a21ca" providerId="LiveId" clId="{6F63A967-17FE-40E6-8FC1-D56E63742645}" dt="2026-09-11T15:11:54.862" v="6" actId="14100"/>
        <pc:sldMkLst>
          <pc:docMk/>
          <pc:sldMk cId="1316545553" sldId="296"/>
        </pc:sldMkLst>
        <pc:picChg chg="add mod">
          <ac:chgData name="B Deepak" userId="1fb1a0f6fd6a21ca" providerId="LiveId" clId="{6F63A967-17FE-40E6-8FC1-D56E63742645}" dt="2026-09-11T15:11:54.862" v="6" actId="14100"/>
          <ac:picMkLst>
            <pc:docMk/>
            <pc:sldMk cId="1316545553" sldId="296"/>
            <ac:picMk id="4" creationId="{6D942801-6529-457D-4F9E-EA3CA068F5D0}"/>
          </ac:picMkLst>
        </pc:picChg>
        <pc:picChg chg="del">
          <ac:chgData name="B Deepak" userId="1fb1a0f6fd6a21ca" providerId="LiveId" clId="{6F63A967-17FE-40E6-8FC1-D56E63742645}" dt="2026-09-11T15:02:26.485" v="0" actId="21"/>
          <ac:picMkLst>
            <pc:docMk/>
            <pc:sldMk cId="1316545553" sldId="296"/>
            <ac:picMk id="5" creationId="{5DC7512A-0AA7-CC22-D1D2-C738BF12660E}"/>
          </ac:picMkLst>
        </pc:picChg>
      </pc:sldChg>
      <pc:sldChg chg="addSp delSp modSp mod">
        <pc:chgData name="B Deepak" userId="1fb1a0f6fd6a21ca" providerId="LiveId" clId="{6F63A967-17FE-40E6-8FC1-D56E63742645}" dt="2026-09-11T16:33:58.548" v="447" actId="1076"/>
        <pc:sldMkLst>
          <pc:docMk/>
          <pc:sldMk cId="232371894" sldId="297"/>
        </pc:sldMkLst>
        <pc:picChg chg="add del mod">
          <ac:chgData name="B Deepak" userId="1fb1a0f6fd6a21ca" providerId="LiveId" clId="{6F63A967-17FE-40E6-8FC1-D56E63742645}" dt="2026-09-11T16:33:37.281" v="444" actId="478"/>
          <ac:picMkLst>
            <pc:docMk/>
            <pc:sldMk cId="232371894" sldId="297"/>
            <ac:picMk id="3" creationId="{A1A40809-25F1-8C39-A99D-80A102D9298B}"/>
          </ac:picMkLst>
        </pc:picChg>
        <pc:picChg chg="del mod">
          <ac:chgData name="B Deepak" userId="1fb1a0f6fd6a21ca" providerId="LiveId" clId="{6F63A967-17FE-40E6-8FC1-D56E63742645}" dt="2026-09-11T15:12:18.849" v="9" actId="478"/>
          <ac:picMkLst>
            <pc:docMk/>
            <pc:sldMk cId="232371894" sldId="297"/>
            <ac:picMk id="5" creationId="{433A290A-6680-D490-E6D4-9336496B1C34}"/>
          </ac:picMkLst>
        </pc:picChg>
        <pc:picChg chg="add mod">
          <ac:chgData name="B Deepak" userId="1fb1a0f6fd6a21ca" providerId="LiveId" clId="{6F63A967-17FE-40E6-8FC1-D56E63742645}" dt="2026-09-11T16:33:58.548" v="447" actId="1076"/>
          <ac:picMkLst>
            <pc:docMk/>
            <pc:sldMk cId="232371894" sldId="297"/>
            <ac:picMk id="6" creationId="{8D3F84A0-49BE-F9B9-E281-BADCEBF29B8A}"/>
          </ac:picMkLst>
        </pc:picChg>
      </pc:sldChg>
      <pc:sldChg chg="delSp modSp del mod">
        <pc:chgData name="B Deepak" userId="1fb1a0f6fd6a21ca" providerId="LiveId" clId="{6F63A967-17FE-40E6-8FC1-D56E63742645}" dt="2026-09-11T16:21:53.055" v="293" actId="47"/>
        <pc:sldMkLst>
          <pc:docMk/>
          <pc:sldMk cId="445195169" sldId="298"/>
        </pc:sldMkLst>
        <pc:spChg chg="mod">
          <ac:chgData name="B Deepak" userId="1fb1a0f6fd6a21ca" providerId="LiveId" clId="{6F63A967-17FE-40E6-8FC1-D56E63742645}" dt="2026-09-11T16:21:50.839" v="292" actId="20577"/>
          <ac:spMkLst>
            <pc:docMk/>
            <pc:sldMk cId="445195169" sldId="298"/>
            <ac:spMk id="2" creationId="{78578745-3233-E2C4-2AF4-55BA57C68D3F}"/>
          </ac:spMkLst>
        </pc:spChg>
        <pc:picChg chg="del">
          <ac:chgData name="B Deepak" userId="1fb1a0f6fd6a21ca" providerId="LiveId" clId="{6F63A967-17FE-40E6-8FC1-D56E63742645}" dt="2026-09-11T16:21:48.325" v="291" actId="478"/>
          <ac:picMkLst>
            <pc:docMk/>
            <pc:sldMk cId="445195169" sldId="298"/>
            <ac:picMk id="3" creationId="{81932CE2-F219-0CA8-0102-55B8C682B8A2}"/>
          </ac:picMkLst>
        </pc:picChg>
      </pc:sldChg>
      <pc:sldChg chg="addSp delSp modSp mod">
        <pc:chgData name="B Deepak" userId="1fb1a0f6fd6a21ca" providerId="LiveId" clId="{6F63A967-17FE-40E6-8FC1-D56E63742645}" dt="2026-09-11T16:36:08.322" v="456" actId="20577"/>
        <pc:sldMkLst>
          <pc:docMk/>
          <pc:sldMk cId="4000696967" sldId="299"/>
        </pc:sldMkLst>
        <pc:spChg chg="del mod">
          <ac:chgData name="B Deepak" userId="1fb1a0f6fd6a21ca" providerId="LiveId" clId="{6F63A967-17FE-40E6-8FC1-D56E63742645}" dt="2026-09-11T16:32:36.615" v="443"/>
          <ac:spMkLst>
            <pc:docMk/>
            <pc:sldMk cId="4000696967" sldId="299"/>
            <ac:spMk id="3" creationId="{322462E8-EB3A-DA7D-44CB-4E757803A755}"/>
          </ac:spMkLst>
        </pc:spChg>
        <pc:spChg chg="add mod">
          <ac:chgData name="B Deepak" userId="1fb1a0f6fd6a21ca" providerId="LiveId" clId="{6F63A967-17FE-40E6-8FC1-D56E63742645}" dt="2026-09-11T16:36:08.322" v="456" actId="20577"/>
          <ac:spMkLst>
            <pc:docMk/>
            <pc:sldMk cId="4000696967" sldId="299"/>
            <ac:spMk id="4" creationId="{6C00D557-A2CF-2E1E-A67C-927C05E458DD}"/>
          </ac:spMkLst>
        </pc:spChg>
      </pc:sldChg>
      <pc:sldChg chg="delSp modSp del mod">
        <pc:chgData name="B Deepak" userId="1fb1a0f6fd6a21ca" providerId="LiveId" clId="{6F63A967-17FE-40E6-8FC1-D56E63742645}" dt="2026-09-11T15:39:59.101" v="31" actId="2696"/>
        <pc:sldMkLst>
          <pc:docMk/>
          <pc:sldMk cId="893417001" sldId="300"/>
        </pc:sldMkLst>
        <pc:spChg chg="del">
          <ac:chgData name="B Deepak" userId="1fb1a0f6fd6a21ca" providerId="LiveId" clId="{6F63A967-17FE-40E6-8FC1-D56E63742645}" dt="2026-09-11T15:18:38.175" v="24" actId="478"/>
          <ac:spMkLst>
            <pc:docMk/>
            <pc:sldMk cId="893417001" sldId="300"/>
            <ac:spMk id="5" creationId="{1BD576A0-BF64-32B6-1E59-49AA2C59C5CE}"/>
          </ac:spMkLst>
        </pc:spChg>
        <pc:spChg chg="del mod">
          <ac:chgData name="B Deepak" userId="1fb1a0f6fd6a21ca" providerId="LiveId" clId="{6F63A967-17FE-40E6-8FC1-D56E63742645}" dt="2026-09-11T15:18:38.175" v="24" actId="478"/>
          <ac:spMkLst>
            <pc:docMk/>
            <pc:sldMk cId="893417001" sldId="300"/>
            <ac:spMk id="14" creationId="{7B8E599E-5B1D-59CD-4F1D-CEF8D0CA327B}"/>
          </ac:spMkLst>
        </pc:spChg>
        <pc:spChg chg="del">
          <ac:chgData name="B Deepak" userId="1fb1a0f6fd6a21ca" providerId="LiveId" clId="{6F63A967-17FE-40E6-8FC1-D56E63742645}" dt="2026-09-11T15:18:38.175" v="24" actId="478"/>
          <ac:spMkLst>
            <pc:docMk/>
            <pc:sldMk cId="893417001" sldId="300"/>
            <ac:spMk id="15" creationId="{B22EA981-5113-2D05-C1A2-169306E1D47C}"/>
          </ac:spMkLst>
        </pc:spChg>
        <pc:spChg chg="del">
          <ac:chgData name="B Deepak" userId="1fb1a0f6fd6a21ca" providerId="LiveId" clId="{6F63A967-17FE-40E6-8FC1-D56E63742645}" dt="2026-09-11T15:18:38.175" v="24" actId="478"/>
          <ac:spMkLst>
            <pc:docMk/>
            <pc:sldMk cId="893417001" sldId="300"/>
            <ac:spMk id="278" creationId="{D62F03A8-A8A8-CB93-006E-7173DC866F6F}"/>
          </ac:spMkLst>
        </pc:spChg>
        <pc:spChg chg="del">
          <ac:chgData name="B Deepak" userId="1fb1a0f6fd6a21ca" providerId="LiveId" clId="{6F63A967-17FE-40E6-8FC1-D56E63742645}" dt="2026-09-11T15:18:38.175" v="24" actId="478"/>
          <ac:spMkLst>
            <pc:docMk/>
            <pc:sldMk cId="893417001" sldId="300"/>
            <ac:spMk id="280" creationId="{A4423EF4-BB52-2693-03DD-9F7D92D05218}"/>
          </ac:spMkLst>
        </pc:spChg>
        <pc:spChg chg="del">
          <ac:chgData name="B Deepak" userId="1fb1a0f6fd6a21ca" providerId="LiveId" clId="{6F63A967-17FE-40E6-8FC1-D56E63742645}" dt="2026-09-11T15:18:38.175" v="24" actId="478"/>
          <ac:spMkLst>
            <pc:docMk/>
            <pc:sldMk cId="893417001" sldId="300"/>
            <ac:spMk id="281" creationId="{FF042814-8077-DBD5-E8B6-E0D870CADB86}"/>
          </ac:spMkLst>
        </pc:spChg>
        <pc:spChg chg="del">
          <ac:chgData name="B Deepak" userId="1fb1a0f6fd6a21ca" providerId="LiveId" clId="{6F63A967-17FE-40E6-8FC1-D56E63742645}" dt="2026-09-11T15:18:38.175" v="24" actId="478"/>
          <ac:spMkLst>
            <pc:docMk/>
            <pc:sldMk cId="893417001" sldId="300"/>
            <ac:spMk id="282" creationId="{6A2761AF-8A54-98F2-52C2-794D9BA61C92}"/>
          </ac:spMkLst>
        </pc:spChg>
        <pc:picChg chg="del">
          <ac:chgData name="B Deepak" userId="1fb1a0f6fd6a21ca" providerId="LiveId" clId="{6F63A967-17FE-40E6-8FC1-D56E63742645}" dt="2026-09-11T15:18:25.688" v="21" actId="478"/>
          <ac:picMkLst>
            <pc:docMk/>
            <pc:sldMk cId="893417001" sldId="300"/>
            <ac:picMk id="12" creationId="{3E29AF1D-88C4-87E5-74DF-4E97121E06CE}"/>
          </ac:picMkLst>
        </pc:picChg>
        <pc:picChg chg="del">
          <ac:chgData name="B Deepak" userId="1fb1a0f6fd6a21ca" providerId="LiveId" clId="{6F63A967-17FE-40E6-8FC1-D56E63742645}" dt="2026-09-11T15:18:27.734" v="22" actId="478"/>
          <ac:picMkLst>
            <pc:docMk/>
            <pc:sldMk cId="893417001" sldId="300"/>
            <ac:picMk id="13" creationId="{C81444F5-0692-DD67-1759-70821E53B029}"/>
          </ac:picMkLst>
        </pc:picChg>
      </pc:sldChg>
      <pc:sldChg chg="addSp delSp modSp mod">
        <pc:chgData name="B Deepak" userId="1fb1a0f6fd6a21ca" providerId="LiveId" clId="{6F63A967-17FE-40E6-8FC1-D56E63742645}" dt="2026-09-11T16:01:56.765" v="237"/>
        <pc:sldMkLst>
          <pc:docMk/>
          <pc:sldMk cId="1429961814" sldId="301"/>
        </pc:sldMkLst>
        <pc:spChg chg="del mod">
          <ac:chgData name="B Deepak" userId="1fb1a0f6fd6a21ca" providerId="LiveId" clId="{6F63A967-17FE-40E6-8FC1-D56E63742645}" dt="2026-09-11T16:01:56.765" v="237"/>
          <ac:spMkLst>
            <pc:docMk/>
            <pc:sldMk cId="1429961814" sldId="301"/>
            <ac:spMk id="2" creationId="{CCA977A3-5FA0-8FF5-E1D1-86C9ED676512}"/>
          </ac:spMkLst>
        </pc:spChg>
        <pc:picChg chg="del">
          <ac:chgData name="B Deepak" userId="1fb1a0f6fd6a21ca" providerId="LiveId" clId="{6F63A967-17FE-40E6-8FC1-D56E63742645}" dt="2026-09-11T16:01:30.384" v="230" actId="478"/>
          <ac:picMkLst>
            <pc:docMk/>
            <pc:sldMk cId="1429961814" sldId="301"/>
            <ac:picMk id="4" creationId="{E430EE8C-8F89-5938-483F-00452050511A}"/>
          </ac:picMkLst>
        </pc:picChg>
        <pc:picChg chg="add mod">
          <ac:chgData name="B Deepak" userId="1fb1a0f6fd6a21ca" providerId="LiveId" clId="{6F63A967-17FE-40E6-8FC1-D56E63742645}" dt="2026-09-11T16:01:53.652" v="235" actId="1076"/>
          <ac:picMkLst>
            <pc:docMk/>
            <pc:sldMk cId="1429961814" sldId="301"/>
            <ac:picMk id="5" creationId="{83E33263-23B6-5464-8745-709202610DE7}"/>
          </ac:picMkLst>
        </pc:picChg>
      </pc:sldChg>
      <pc:sldChg chg="addSp delSp modSp mod">
        <pc:chgData name="B Deepak" userId="1fb1a0f6fd6a21ca" providerId="LiveId" clId="{6F63A967-17FE-40E6-8FC1-D56E63742645}" dt="2026-09-11T16:03:15.888" v="244" actId="1076"/>
        <pc:sldMkLst>
          <pc:docMk/>
          <pc:sldMk cId="3585092305" sldId="302"/>
        </pc:sldMkLst>
        <pc:spChg chg="del mod">
          <ac:chgData name="B Deepak" userId="1fb1a0f6fd6a21ca" providerId="LiveId" clId="{6F63A967-17FE-40E6-8FC1-D56E63742645}" dt="2026-09-11T15:57:58.967" v="225"/>
          <ac:spMkLst>
            <pc:docMk/>
            <pc:sldMk cId="3585092305" sldId="302"/>
            <ac:spMk id="2" creationId="{9692D13D-6B69-03D8-BA22-587B943A2572}"/>
          </ac:spMkLst>
        </pc:spChg>
        <pc:spChg chg="mod">
          <ac:chgData name="B Deepak" userId="1fb1a0f6fd6a21ca" providerId="LiveId" clId="{6F63A967-17FE-40E6-8FC1-D56E63742645}" dt="2026-09-11T16:02:50.325" v="239" actId="1076"/>
          <ac:spMkLst>
            <pc:docMk/>
            <pc:sldMk cId="3585092305" sldId="302"/>
            <ac:spMk id="282" creationId="{FA8B1B6D-C213-0DFE-C434-B14C5F9945F5}"/>
          </ac:spMkLst>
        </pc:spChg>
        <pc:picChg chg="add del mod">
          <ac:chgData name="B Deepak" userId="1fb1a0f6fd6a21ca" providerId="LiveId" clId="{6F63A967-17FE-40E6-8FC1-D56E63742645}" dt="2026-09-11T15:58:43.883" v="227" actId="931"/>
          <ac:picMkLst>
            <pc:docMk/>
            <pc:sldMk cId="3585092305" sldId="302"/>
            <ac:picMk id="4" creationId="{EBC0C7EF-92AA-435E-9535-9494182FA420}"/>
          </ac:picMkLst>
        </pc:picChg>
        <pc:picChg chg="del">
          <ac:chgData name="B Deepak" userId="1fb1a0f6fd6a21ca" providerId="LiveId" clId="{6F63A967-17FE-40E6-8FC1-D56E63742645}" dt="2026-09-11T15:57:39.482" v="117" actId="478"/>
          <ac:picMkLst>
            <pc:docMk/>
            <pc:sldMk cId="3585092305" sldId="302"/>
            <ac:picMk id="5" creationId="{146B9DE6-C4BB-B81B-528A-B8789445C3FE}"/>
          </ac:picMkLst>
        </pc:picChg>
        <pc:picChg chg="add del mod">
          <ac:chgData name="B Deepak" userId="1fb1a0f6fd6a21ca" providerId="LiveId" clId="{6F63A967-17FE-40E6-8FC1-D56E63742645}" dt="2026-09-11T16:01:59.449" v="238" actId="478"/>
          <ac:picMkLst>
            <pc:docMk/>
            <pc:sldMk cId="3585092305" sldId="302"/>
            <ac:picMk id="7" creationId="{D2925AF4-8176-8AFA-DDCB-CCF2B79C2707}"/>
          </ac:picMkLst>
        </pc:picChg>
        <pc:picChg chg="add mod">
          <ac:chgData name="B Deepak" userId="1fb1a0f6fd6a21ca" providerId="LiveId" clId="{6F63A967-17FE-40E6-8FC1-D56E63742645}" dt="2026-09-11T16:03:15.888" v="244" actId="1076"/>
          <ac:picMkLst>
            <pc:docMk/>
            <pc:sldMk cId="3585092305" sldId="302"/>
            <ac:picMk id="9" creationId="{9255DA2D-D72D-9721-0A8E-E72CCE775E21}"/>
          </ac:picMkLst>
        </pc:picChg>
      </pc:sldChg>
      <pc:sldChg chg="addSp delSp modSp mod">
        <pc:chgData name="B Deepak" userId="1fb1a0f6fd6a21ca" providerId="LiveId" clId="{6F63A967-17FE-40E6-8FC1-D56E63742645}" dt="2026-09-11T16:08:23.460" v="263" actId="14100"/>
        <pc:sldMkLst>
          <pc:docMk/>
          <pc:sldMk cId="2601907186" sldId="303"/>
        </pc:sldMkLst>
        <pc:spChg chg="del mod">
          <ac:chgData name="B Deepak" userId="1fb1a0f6fd6a21ca" providerId="LiveId" clId="{6F63A967-17FE-40E6-8FC1-D56E63742645}" dt="2026-09-11T16:03:33.947" v="249"/>
          <ac:spMkLst>
            <pc:docMk/>
            <pc:sldMk cId="2601907186" sldId="303"/>
            <ac:spMk id="2" creationId="{EB55001C-8880-8B09-8704-29D3F62E7A03}"/>
          </ac:spMkLst>
        </pc:spChg>
        <pc:picChg chg="del">
          <ac:chgData name="B Deepak" userId="1fb1a0f6fd6a21ca" providerId="LiveId" clId="{6F63A967-17FE-40E6-8FC1-D56E63742645}" dt="2026-09-11T16:03:22.944" v="245" actId="478"/>
          <ac:picMkLst>
            <pc:docMk/>
            <pc:sldMk cId="2601907186" sldId="303"/>
            <ac:picMk id="4" creationId="{BA6C1B5E-405A-0E58-2397-353A88D82B9B}"/>
          </ac:picMkLst>
        </pc:picChg>
        <pc:picChg chg="add mod">
          <ac:chgData name="B Deepak" userId="1fb1a0f6fd6a21ca" providerId="LiveId" clId="{6F63A967-17FE-40E6-8FC1-D56E63742645}" dt="2026-09-11T16:08:23.460" v="263" actId="14100"/>
          <ac:picMkLst>
            <pc:docMk/>
            <pc:sldMk cId="2601907186" sldId="303"/>
            <ac:picMk id="5" creationId="{65714E9E-8657-93D4-F8DF-5139DADCC2EF}"/>
          </ac:picMkLst>
        </pc:picChg>
      </pc:sldChg>
      <pc:sldChg chg="modSp mod">
        <pc:chgData name="B Deepak" userId="1fb1a0f6fd6a21ca" providerId="LiveId" clId="{6F63A967-17FE-40E6-8FC1-D56E63742645}" dt="2026-09-11T16:38:57.099" v="468" actId="14100"/>
        <pc:sldMkLst>
          <pc:docMk/>
          <pc:sldMk cId="2325282270" sldId="304"/>
        </pc:sldMkLst>
        <pc:spChg chg="mod">
          <ac:chgData name="B Deepak" userId="1fb1a0f6fd6a21ca" providerId="LiveId" clId="{6F63A967-17FE-40E6-8FC1-D56E63742645}" dt="2026-09-11T16:37:44.655" v="463" actId="1076"/>
          <ac:spMkLst>
            <pc:docMk/>
            <pc:sldMk cId="2325282270" sldId="304"/>
            <ac:spMk id="2" creationId="{6FA184BA-BCF2-3D7B-30D0-0F3CF30C161B}"/>
          </ac:spMkLst>
        </pc:spChg>
        <pc:spChg chg="mod">
          <ac:chgData name="B Deepak" userId="1fb1a0f6fd6a21ca" providerId="LiveId" clId="{6F63A967-17FE-40E6-8FC1-D56E63742645}" dt="2026-09-11T16:38:57.099" v="468" actId="14100"/>
          <ac:spMkLst>
            <pc:docMk/>
            <pc:sldMk cId="2325282270" sldId="304"/>
            <ac:spMk id="3" creationId="{ED65F54F-855A-0DB6-09A6-3212C5F7405B}"/>
          </ac:spMkLst>
        </pc:spChg>
      </pc:sldChg>
      <pc:sldChg chg="addSp modSp mod">
        <pc:chgData name="B Deepak" userId="1fb1a0f6fd6a21ca" providerId="LiveId" clId="{6F63A967-17FE-40E6-8FC1-D56E63742645}" dt="2026-09-11T16:44:15.294" v="479" actId="113"/>
        <pc:sldMkLst>
          <pc:docMk/>
          <pc:sldMk cId="4040412275" sldId="305"/>
        </pc:sldMkLst>
        <pc:spChg chg="add mod">
          <ac:chgData name="B Deepak" userId="1fb1a0f6fd6a21ca" providerId="LiveId" clId="{6F63A967-17FE-40E6-8FC1-D56E63742645}" dt="2026-09-11T16:44:15.294" v="479" actId="113"/>
          <ac:spMkLst>
            <pc:docMk/>
            <pc:sldMk cId="4040412275" sldId="305"/>
            <ac:spMk id="3" creationId="{EE54B51C-866F-45EE-7687-97F342D9D0E4}"/>
          </ac:spMkLst>
        </pc:spChg>
        <pc:spChg chg="mod">
          <ac:chgData name="B Deepak" userId="1fb1a0f6fd6a21ca" providerId="LiveId" clId="{6F63A967-17FE-40E6-8FC1-D56E63742645}" dt="2026-09-11T16:04:44.167" v="255" actId="20577"/>
          <ac:spMkLst>
            <pc:docMk/>
            <pc:sldMk cId="4040412275" sldId="305"/>
            <ac:spMk id="279" creationId="{3711AF54-94A6-B837-31EF-9A8C4ECB9AF6}"/>
          </ac:spMkLst>
        </pc:spChg>
      </pc:sldChg>
      <pc:sldChg chg="modSp mod">
        <pc:chgData name="B Deepak" userId="1fb1a0f6fd6a21ca" providerId="LiveId" clId="{6F63A967-17FE-40E6-8FC1-D56E63742645}" dt="2026-09-11T16:37:27.845" v="462" actId="123"/>
        <pc:sldMkLst>
          <pc:docMk/>
          <pc:sldMk cId="740028465" sldId="306"/>
        </pc:sldMkLst>
        <pc:spChg chg="mod">
          <ac:chgData name="B Deepak" userId="1fb1a0f6fd6a21ca" providerId="LiveId" clId="{6F63A967-17FE-40E6-8FC1-D56E63742645}" dt="2026-09-11T16:37:27.845" v="462" actId="123"/>
          <ac:spMkLst>
            <pc:docMk/>
            <pc:sldMk cId="740028465" sldId="306"/>
            <ac:spMk id="279" creationId="{EAFA16CB-0A72-5AC5-69A0-ABF4A752B4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deepakbalan26@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ananthibalan64@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deepakcodes-2028/Course-Content-Simplification-Agent.g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27122763"/>
              </p:ext>
            </p:extLst>
          </p:nvPr>
        </p:nvGraphicFramePr>
        <p:xfrm>
          <a:off x="540774" y="3264310"/>
          <a:ext cx="10960601" cy="3039957"/>
        </p:xfrm>
        <a:graphic>
          <a:graphicData uri="http://schemas.openxmlformats.org/drawingml/2006/table">
            <a:tbl>
              <a:tblPr>
                <a:noFill/>
                <a:tableStyleId>{0AAD8F4D-43EB-41E5-8A38-28AB6DFB1B60}</a:tableStyleId>
              </a:tblPr>
              <a:tblGrid>
                <a:gridCol w="2378279">
                  <a:extLst>
                    <a:ext uri="{9D8B030D-6E8A-4147-A177-3AD203B41FA5}">
                      <a16:colId xmlns:a16="http://schemas.microsoft.com/office/drawing/2014/main" val="20000"/>
                    </a:ext>
                  </a:extLst>
                </a:gridCol>
                <a:gridCol w="2860774">
                  <a:extLst>
                    <a:ext uri="{9D8B030D-6E8A-4147-A177-3AD203B41FA5}">
                      <a16:colId xmlns:a16="http://schemas.microsoft.com/office/drawing/2014/main" val="20002"/>
                    </a:ext>
                  </a:extLst>
                </a:gridCol>
                <a:gridCol w="2860774">
                  <a:extLst>
                    <a:ext uri="{9D8B030D-6E8A-4147-A177-3AD203B41FA5}">
                      <a16:colId xmlns:a16="http://schemas.microsoft.com/office/drawing/2014/main" val="20003"/>
                    </a:ext>
                  </a:extLst>
                </a:gridCol>
                <a:gridCol w="2860774">
                  <a:extLst>
                    <a:ext uri="{9D8B030D-6E8A-4147-A177-3AD203B41FA5}">
                      <a16:colId xmlns:a16="http://schemas.microsoft.com/office/drawing/2014/main" val="20004"/>
                    </a:ext>
                  </a:extLst>
                </a:gridCol>
              </a:tblGrid>
              <a:tr h="1365216">
                <a:tc>
                  <a:txBody>
                    <a:bodyPr/>
                    <a:lstStyle/>
                    <a:p>
                      <a:pPr marL="0" marR="0" lvl="0" indent="0" algn="ctr" rtl="0">
                        <a:spcBef>
                          <a:spcPts val="0"/>
                        </a:spcBef>
                        <a:spcAft>
                          <a:spcPts val="0"/>
                        </a:spcAft>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u="none" strike="noStrike" cap="none"/>
                        <a:t>Recent Passport Photo</a:t>
                      </a:r>
                      <a:endParaRPr sz="20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Calibri"/>
                          <a:cs typeface="Arial"/>
                          <a:sym typeface="Calibri"/>
                        </a:rPr>
                        <a:t>Email ID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a:solidFill>
                            <a:srgbClr val="000000"/>
                          </a:solidFill>
                          <a:latin typeface="Arial"/>
                          <a:ea typeface="Calibri"/>
                          <a:cs typeface="Arial"/>
                          <a:sym typeface="Calibri"/>
                        </a:rPr>
                        <a:t>Mobile number</a:t>
                      </a:r>
                      <a:endParaRPr sz="20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a:solidFill>
                            <a:srgbClr val="000000"/>
                          </a:solidFill>
                          <a:latin typeface="Arial"/>
                          <a:ea typeface="Calibri"/>
                          <a:cs typeface="Arial"/>
                          <a:sym typeface="Calibri"/>
                        </a:rPr>
                        <a:t>[WhatsApp] </a:t>
                      </a:r>
                      <a:endParaRPr sz="20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74741">
                <a:tc>
                  <a:txBody>
                    <a:bodyPr/>
                    <a:lstStyle/>
                    <a:p>
                      <a:pPr marL="0" marR="0" lvl="0" indent="0" algn="ctr" rtl="0">
                        <a:spcBef>
                          <a:spcPts val="0"/>
                        </a:spcBef>
                        <a:spcAft>
                          <a:spcPts val="0"/>
                        </a:spcAft>
                        <a:buNone/>
                      </a:pPr>
                      <a:endParaRPr lang="en-IN" sz="2000" dirty="0"/>
                    </a:p>
                    <a:p>
                      <a:pPr marL="0" marR="0" lvl="0" indent="0" algn="ctr" rtl="0">
                        <a:spcBef>
                          <a:spcPts val="0"/>
                        </a:spcBef>
                        <a:spcAft>
                          <a:spcPts val="0"/>
                        </a:spcAft>
                        <a:buNone/>
                      </a:pPr>
                      <a:r>
                        <a:rPr lang="en-IN" sz="2000" dirty="0"/>
                        <a:t>Deepak B</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20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hlinkClick r:id="rId3"/>
                        </a:rPr>
                        <a:t>deepakbalan26@gmail.com</a:t>
                      </a:r>
                      <a:endParaRPr lang="en-IN" sz="2000" dirty="0"/>
                    </a:p>
                    <a:p>
                      <a:pPr marL="0" marR="0" lvl="0" indent="0" algn="l" rtl="0">
                        <a:spcBef>
                          <a:spcPts val="0"/>
                        </a:spcBef>
                        <a:spcAft>
                          <a:spcPts val="0"/>
                        </a:spcAft>
                        <a:buNone/>
                      </a:pPr>
                      <a:r>
                        <a:rPr lang="en-IN" sz="2000" dirty="0">
                          <a:hlinkClick r:id="rId4"/>
                        </a:rPr>
                        <a:t>ananthibalan64@gmail.com</a:t>
                      </a:r>
                      <a:endParaRPr lang="en-IN" sz="2000" dirty="0"/>
                    </a:p>
                    <a:p>
                      <a:pPr marL="0" marR="0" lvl="0" indent="0" algn="l" rtl="0">
                        <a:spcBef>
                          <a:spcPts val="0"/>
                        </a:spcBef>
                        <a:spcAft>
                          <a:spcPts val="0"/>
                        </a:spcAft>
                        <a:buNone/>
                      </a:pP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  + 91 8015170344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21121" y="1374319"/>
            <a:ext cx="10280254" cy="523220"/>
          </a:xfrm>
          <a:prstGeom prst="rect">
            <a:avLst/>
          </a:prstGeom>
          <a:noFill/>
        </p:spPr>
        <p:txBody>
          <a:bodyPr wrap="square" rtlCol="0">
            <a:spAutoFit/>
          </a:bodyPr>
          <a:lstStyle/>
          <a:p>
            <a:r>
              <a:rPr lang="en-US" sz="2800" b="1" dirty="0"/>
              <a:t>Domain of  Project : </a:t>
            </a:r>
            <a:r>
              <a:rPr lang="en-IN" sz="2000" dirty="0"/>
              <a:t>Agentic AI / Generative AI in Education</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97932" y="380038"/>
            <a:ext cx="9581177" cy="523220"/>
          </a:xfrm>
          <a:prstGeom prst="rect">
            <a:avLst/>
          </a:prstGeom>
          <a:noFill/>
        </p:spPr>
        <p:txBody>
          <a:bodyPr wrap="square" rtlCol="0">
            <a:spAutoFit/>
          </a:bodyPr>
          <a:lstStyle/>
          <a:p>
            <a:r>
              <a:rPr lang="en-US" sz="2800" b="1" dirty="0">
                <a:latin typeface="+mj-lt"/>
              </a:rPr>
              <a:t>Project Tile : </a:t>
            </a:r>
            <a:r>
              <a:rPr lang="en-IN" sz="2000" dirty="0"/>
              <a:t>Course Content Simplification Agent</a:t>
            </a:r>
            <a:endParaRPr lang="en-IN" sz="2000" b="1" dirty="0">
              <a:highlight>
                <a:srgbClr val="FFFF00"/>
              </a:highlight>
              <a:latin typeface="+mj-lt"/>
            </a:endParaRPr>
          </a:p>
        </p:txBody>
      </p:sp>
      <p:pic>
        <p:nvPicPr>
          <p:cNvPr id="5" name="Picture 4">
            <a:extLst>
              <a:ext uri="{FF2B5EF4-FFF2-40B4-BE49-F238E27FC236}">
                <a16:creationId xmlns:a16="http://schemas.microsoft.com/office/drawing/2014/main" id="{3C72F1F8-4F4B-9C51-F61E-BD78EF407195}"/>
              </a:ext>
            </a:extLst>
          </p:cNvPr>
          <p:cNvPicPr>
            <a:picLocks noChangeAspect="1"/>
          </p:cNvPicPr>
          <p:nvPr/>
        </p:nvPicPr>
        <p:blipFill>
          <a:blip r:embed="rId5"/>
          <a:stretch>
            <a:fillRect/>
          </a:stretch>
        </p:blipFill>
        <p:spPr>
          <a:xfrm>
            <a:off x="4141413" y="4924433"/>
            <a:ext cx="835314" cy="108000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19760" y="1258332"/>
            <a:ext cx="10617200" cy="5047536"/>
          </a:xfrm>
          <a:prstGeom prst="rect">
            <a:avLst/>
          </a:prstGeom>
          <a:noFill/>
        </p:spPr>
        <p:txBody>
          <a:bodyPr wrap="square" rtlCol="0">
            <a:spAutoFit/>
          </a:bodyPr>
          <a:lstStyle/>
          <a:p>
            <a:pPr algn="just" fontAlgn="base"/>
            <a:r>
              <a:rPr lang="en-IN" b="1" dirty="0"/>
              <a:t>The Challenge – </a:t>
            </a:r>
            <a:r>
              <a:rPr lang="en-IN" dirty="0"/>
              <a:t>Educational materials often vary in complexity and are not always accessible to learners with different levels of prior knowledge. Students may struggle to grasp key concepts due to jargon heavy or overly advanced explanations in faculty notes and textbooks. The challenge is to develop an AI powered agent that can intelligently analyse academic content and reframe explanations based on the learner's current proficiency—ranging from beginner to expert. This would support more inclusive learning and personalized education delivery at scale</a:t>
            </a:r>
          </a:p>
          <a:p>
            <a:pPr algn="just" fontAlgn="base"/>
            <a:endParaRPr lang="en-US" dirty="0"/>
          </a:p>
          <a:p>
            <a:r>
              <a:rPr lang="en-IN" b="1" dirty="0"/>
              <a:t>The Objective -  </a:t>
            </a:r>
            <a:r>
              <a:rPr lang="en-IN" dirty="0"/>
              <a:t>Build an </a:t>
            </a:r>
            <a:r>
              <a:rPr lang="en-IN" b="1" dirty="0"/>
              <a:t>AI-powered Course Content Simplification Agent</a:t>
            </a:r>
            <a:r>
              <a:rPr lang="en-IN" dirty="0"/>
              <a:t> that helps students understand complex academic content by breaking it down into clear, easy-to-read explanations based on their learning level.</a:t>
            </a:r>
          </a:p>
          <a:p>
            <a:endParaRPr lang="en-IN" dirty="0"/>
          </a:p>
          <a:p>
            <a:r>
              <a:rPr lang="en-IN" dirty="0"/>
              <a:t>The solution should:</a:t>
            </a:r>
          </a:p>
          <a:p>
            <a:pPr marL="285750" lvl="0" indent="-285750">
              <a:buFont typeface="Arial" panose="020B0604020202020204" pitchFamily="34" charset="0"/>
              <a:buChar char="•"/>
            </a:pPr>
            <a:r>
              <a:rPr lang="en-IN" b="1" dirty="0"/>
              <a:t>Content Simplification</a:t>
            </a:r>
            <a:r>
              <a:rPr lang="en-IN" dirty="0"/>
              <a:t> — Take difficult textbook chapters, lecture notes, or research papers and rewrite them in simple, understandable language.</a:t>
            </a:r>
          </a:p>
          <a:p>
            <a:pPr marL="285750" lvl="0" indent="-285750">
              <a:buFont typeface="Arial" panose="020B0604020202020204" pitchFamily="34" charset="0"/>
              <a:buChar char="•"/>
            </a:pPr>
            <a:r>
              <a:rPr lang="en-IN" b="1" dirty="0"/>
              <a:t>Multi-Level Learning</a:t>
            </a:r>
            <a:r>
              <a:rPr lang="en-IN" dirty="0"/>
              <a:t> — Adjust the explanation based on the student's proficiency — Beginner, Intermediate, Advanced, or Expert — so every learner gets the right depth of content.</a:t>
            </a:r>
          </a:p>
          <a:p>
            <a:pPr marL="285750" lvl="0" indent="-285750">
              <a:buFont typeface="Arial" panose="020B0604020202020204" pitchFamily="34" charset="0"/>
              <a:buChar char="•"/>
            </a:pPr>
            <a:r>
              <a:rPr lang="en-IN" b="1" dirty="0"/>
              <a:t>Structured Output</a:t>
            </a:r>
            <a:r>
              <a:rPr lang="en-IN" dirty="0"/>
              <a:t> — Deliver the simplified content in organized sections: a plain explanation, key concepts, important points, a real-world example, and a quick revision summary.</a:t>
            </a:r>
          </a:p>
          <a:p>
            <a:pPr marL="285750" lvl="0" indent="-285750">
              <a:buFont typeface="Arial" panose="020B0604020202020204" pitchFamily="34" charset="0"/>
              <a:buChar char="•"/>
            </a:pPr>
            <a:r>
              <a:rPr lang="en-IN" b="1" dirty="0"/>
              <a:t>Built-in Demo Mode</a:t>
            </a:r>
            <a:r>
              <a:rPr lang="en-IN" dirty="0"/>
              <a:t> — Allow students to use the tool even without an IBM Cloud account, using a smart offline educational engine.</a:t>
            </a:r>
          </a:p>
          <a:p>
            <a:pPr marL="285750" lvl="0" indent="-285750">
              <a:buFont typeface="Arial" panose="020B0604020202020204" pitchFamily="34" charset="0"/>
              <a:buChar char="•"/>
            </a:pPr>
            <a:r>
              <a:rPr lang="en-IN" b="1" dirty="0"/>
              <a:t>IBM Granite AI Integration</a:t>
            </a:r>
            <a:r>
              <a:rPr lang="en-IN" dirty="0"/>
              <a:t> — Connect to IBM Granite language models through IBM watsonx.ai for high-quality, AI-generated simplifications in live mode.</a:t>
            </a:r>
          </a:p>
          <a:p>
            <a:pPr marL="285750" lvl="0" indent="-285750">
              <a:buFont typeface="Arial" panose="020B0604020202020204" pitchFamily="34" charset="0"/>
              <a:buChar char="•"/>
            </a:pPr>
            <a:r>
              <a:rPr lang="en-IN" b="1" dirty="0"/>
              <a:t>Download &amp; Study</a:t>
            </a:r>
            <a:r>
              <a:rPr lang="en-IN" dirty="0"/>
              <a:t> — Let students download the simplified content as study notes in Markdown or plain text format for offline revision.</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877824" y="427335"/>
            <a:ext cx="10224008" cy="830997"/>
          </a:xfrm>
          <a:prstGeom prst="rect">
            <a:avLst/>
          </a:prstGeom>
          <a:noFill/>
        </p:spPr>
        <p:txBody>
          <a:bodyPr wrap="square" rtlCol="0">
            <a:spAutoFit/>
          </a:bodyPr>
          <a:lstStyle/>
          <a:p>
            <a:r>
              <a:rPr lang="en-US" sz="2400" b="1" dirty="0"/>
              <a:t>Problem Statement : </a:t>
            </a:r>
            <a:r>
              <a:rPr lang="en-IN" sz="2400" dirty="0"/>
              <a:t>Course Content Simplification Agent</a:t>
            </a:r>
            <a:endParaRPr lang="en-US" sz="2400" dirty="0"/>
          </a:p>
          <a:p>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345440" y="-162560"/>
            <a:ext cx="11612880" cy="5663089"/>
          </a:xfrm>
          <a:prstGeom prst="rect">
            <a:avLst/>
          </a:prstGeom>
          <a:noFill/>
        </p:spPr>
        <p:txBody>
          <a:bodyPr wrap="square" rtlCol="0">
            <a:spAutoFit/>
          </a:bodyPr>
          <a:lstStyle/>
          <a:p>
            <a:endParaRPr lang="en-US" sz="2400" b="1" dirty="0"/>
          </a:p>
          <a:p>
            <a:r>
              <a:rPr lang="en-US" sz="2400" b="1" dirty="0"/>
              <a:t>Proposed Solution :</a:t>
            </a:r>
          </a:p>
          <a:p>
            <a:endParaRPr lang="en-US" sz="2400" b="1" dirty="0"/>
          </a:p>
          <a:p>
            <a:pPr algn="just"/>
            <a:r>
              <a:rPr lang="en-IN" b="1" dirty="0"/>
              <a:t>AI-Powered Course Content Simplification Agent</a:t>
            </a:r>
            <a:endParaRPr lang="en-IN" dirty="0"/>
          </a:p>
          <a:p>
            <a:pPr algn="just"/>
            <a:r>
              <a:rPr lang="en-IN" dirty="0"/>
              <a:t>The proposed solution is an </a:t>
            </a:r>
            <a:r>
              <a:rPr lang="en-IN" b="1" dirty="0"/>
              <a:t>AI-powered agent</a:t>
            </a:r>
            <a:r>
              <a:rPr lang="en-IN" dirty="0"/>
              <a:t> built using </a:t>
            </a:r>
            <a:r>
              <a:rPr lang="en-IN" b="1" dirty="0"/>
              <a:t>IBM watsonx.ai and IBM Granite Models</a:t>
            </a:r>
            <a:r>
              <a:rPr lang="en-IN" dirty="0"/>
              <a:t> that converts complex academic content — like textbook chapters, lecture notes, and research papers — into clear, easy-to-understand explanations based on the student's learning level.</a:t>
            </a:r>
          </a:p>
          <a:p>
            <a:pPr algn="just"/>
            <a:endParaRPr lang="en-IN" dirty="0"/>
          </a:p>
          <a:p>
            <a:pPr algn="just"/>
            <a:r>
              <a:rPr lang="en-IN" dirty="0"/>
              <a:t>The system supports four proficiency levels — </a:t>
            </a:r>
            <a:r>
              <a:rPr lang="en-IN" b="1" dirty="0"/>
              <a:t>Beginner, Intermediate, Advanced, and Expert</a:t>
            </a:r>
            <a:r>
              <a:rPr lang="en-IN" dirty="0"/>
              <a:t> — and delivers five structured outputs for every simplification:</a:t>
            </a:r>
          </a:p>
          <a:p>
            <a:pPr algn="just"/>
            <a:endParaRPr lang="en-IN" dirty="0"/>
          </a:p>
          <a:p>
            <a:pPr marL="285750" lvl="0" indent="-285750" algn="just">
              <a:buFont typeface="Arial" panose="020B0604020202020204" pitchFamily="34" charset="0"/>
              <a:buChar char="•"/>
            </a:pPr>
            <a:r>
              <a:rPr lang="en-IN" b="1" dirty="0"/>
              <a:t>Simple Explanation</a:t>
            </a:r>
            <a:r>
              <a:rPr lang="en-IN" dirty="0"/>
              <a:t> — Level-appropriate rewrite of the content</a:t>
            </a:r>
          </a:p>
          <a:p>
            <a:pPr marL="285750" lvl="0" indent="-285750" algn="just">
              <a:buFont typeface="Arial" panose="020B0604020202020204" pitchFamily="34" charset="0"/>
              <a:buChar char="•"/>
            </a:pPr>
            <a:r>
              <a:rPr lang="en-IN" b="1" dirty="0"/>
              <a:t>Key Concepts</a:t>
            </a:r>
            <a:r>
              <a:rPr lang="en-IN" dirty="0"/>
              <a:t> — Most important ideas extracted from the input</a:t>
            </a:r>
          </a:p>
          <a:p>
            <a:pPr marL="285750" lvl="0" indent="-285750" algn="just">
              <a:buFont typeface="Arial" panose="020B0604020202020204" pitchFamily="34" charset="0"/>
              <a:buChar char="•"/>
            </a:pPr>
            <a:r>
              <a:rPr lang="en-IN" b="1" dirty="0"/>
              <a:t>Important Points</a:t>
            </a:r>
            <a:r>
              <a:rPr lang="en-IN" dirty="0"/>
              <a:t> — Critical takeaways to remember</a:t>
            </a:r>
          </a:p>
          <a:p>
            <a:pPr marL="285750" lvl="0" indent="-285750" algn="just">
              <a:buFont typeface="Arial" panose="020B0604020202020204" pitchFamily="34" charset="0"/>
              <a:buChar char="•"/>
            </a:pPr>
            <a:r>
              <a:rPr lang="en-IN" b="1" dirty="0"/>
              <a:t>Examples</a:t>
            </a:r>
            <a:r>
              <a:rPr lang="en-IN" dirty="0"/>
              <a:t> — A real-world analogy for better understanding</a:t>
            </a:r>
          </a:p>
          <a:p>
            <a:pPr marL="285750" lvl="0" indent="-285750" algn="just">
              <a:buFont typeface="Arial" panose="020B0604020202020204" pitchFamily="34" charset="0"/>
              <a:buChar char="•"/>
            </a:pPr>
            <a:r>
              <a:rPr lang="en-IN" b="1" dirty="0"/>
              <a:t>Quick Revision</a:t>
            </a:r>
            <a:r>
              <a:rPr lang="en-IN" dirty="0"/>
              <a:t> — A 1–2 sentence summary for fast review</a:t>
            </a:r>
          </a:p>
          <a:p>
            <a:pPr marL="285750" lvl="0" indent="-285750" algn="just">
              <a:buFont typeface="Arial" panose="020B0604020202020204" pitchFamily="34" charset="0"/>
              <a:buChar char="•"/>
            </a:pPr>
            <a:endParaRPr lang="en-IN" dirty="0"/>
          </a:p>
          <a:p>
            <a:pPr algn="just"/>
            <a:r>
              <a:rPr lang="en-IN" dirty="0"/>
              <a:t>The solution includes a </a:t>
            </a:r>
            <a:r>
              <a:rPr lang="en-IN" b="1" dirty="0"/>
              <a:t>built-in Demo Mode</a:t>
            </a:r>
            <a:r>
              <a:rPr lang="en-IN" dirty="0"/>
              <a:t> for offline use and switches to </a:t>
            </a:r>
            <a:r>
              <a:rPr lang="en-IN" b="1" dirty="0"/>
              <a:t>Live IBM Granite Mode</a:t>
            </a:r>
            <a:r>
              <a:rPr lang="en-IN" dirty="0"/>
              <a:t> automatically when IBM credentials are provided. The interface is built with </a:t>
            </a:r>
            <a:r>
              <a:rPr lang="en-IN" b="1" dirty="0"/>
              <a:t>Streamlit</a:t>
            </a:r>
            <a:r>
              <a:rPr lang="en-IN" dirty="0"/>
              <a:t>, following a simple four-step workflow — paste content, choose level, simplify, and download study notes.</a:t>
            </a:r>
          </a:p>
          <a:p>
            <a:pPr algn="just"/>
            <a:endParaRPr lang="en-IN" dirty="0"/>
          </a:p>
          <a:p>
            <a:pPr algn="just"/>
            <a:r>
              <a:rPr lang="en-IN" dirty="0"/>
              <a:t>IBM watsonx.ai handles secure model inference while IBM Granite powers the AI reasoning and content generation — making academic learning more </a:t>
            </a:r>
            <a:r>
              <a:rPr lang="en-IN" b="1" dirty="0"/>
              <a:t>accessible, personalized, and inclusive</a:t>
            </a:r>
            <a:r>
              <a:rPr lang="en-IN" dirty="0"/>
              <a:t> for every student.</a:t>
            </a:r>
          </a:p>
          <a:p>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23672"/>
            <a:ext cx="7123176" cy="461665"/>
          </a:xfrm>
          <a:prstGeom prst="rect">
            <a:avLst/>
          </a:prstGeom>
          <a:noFill/>
        </p:spPr>
        <p:txBody>
          <a:bodyPr wrap="square" lIns="91440" tIns="45720" rIns="91440" bIns="45720" rtlCol="0" anchor="t">
            <a:spAutoFit/>
          </a:bodyPr>
          <a:lstStyle/>
          <a:p>
            <a:r>
              <a:rPr lang="en-US" sz="2400" b="1" dirty="0"/>
              <a:t>Technology Used :</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169551"/>
          </a:xfrm>
          <a:prstGeom prst="rect">
            <a:avLst/>
          </a:prstGeom>
          <a:noFill/>
        </p:spPr>
        <p:txBody>
          <a:bodyPr wrap="square" rtlCol="0">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r>
              <a:rPr lang="en-US" sz="1800" b="1" dirty="0"/>
              <a:t>      Technology</a:t>
            </a:r>
            <a:r>
              <a:rPr lang="en-US" dirty="0"/>
              <a:t>                                                                                                    </a:t>
            </a:r>
            <a:r>
              <a:rPr lang="en-US" sz="2000" b="1" dirty="0"/>
              <a:t>purpose</a:t>
            </a:r>
          </a:p>
          <a:p>
            <a:endParaRPr lang="en-IN" dirty="0"/>
          </a:p>
        </p:txBody>
      </p:sp>
      <p:graphicFrame>
        <p:nvGraphicFramePr>
          <p:cNvPr id="4" name="Table 3">
            <a:extLst>
              <a:ext uri="{FF2B5EF4-FFF2-40B4-BE49-F238E27FC236}">
                <a16:creationId xmlns:a16="http://schemas.microsoft.com/office/drawing/2014/main" id="{F8B1ABC1-74FF-ECA5-06B0-5590F70F46C6}"/>
              </a:ext>
            </a:extLst>
          </p:cNvPr>
          <p:cNvGraphicFramePr>
            <a:graphicFrameLocks noGrp="1"/>
          </p:cNvGraphicFramePr>
          <p:nvPr>
            <p:extLst>
              <p:ext uri="{D42A27DB-BD31-4B8C-83A1-F6EECF244321}">
                <p14:modId xmlns:p14="http://schemas.microsoft.com/office/powerpoint/2010/main" val="4138898826"/>
              </p:ext>
            </p:extLst>
          </p:nvPr>
        </p:nvGraphicFramePr>
        <p:xfrm>
          <a:off x="838200" y="2284226"/>
          <a:ext cx="10454640" cy="3761232"/>
        </p:xfrm>
        <a:graphic>
          <a:graphicData uri="http://schemas.openxmlformats.org/drawingml/2006/table">
            <a:tbl>
              <a:tblPr>
                <a:tableStyleId>{0AAD8F4D-43EB-41E5-8A38-28AB6DFB1B60}</a:tableStyleId>
              </a:tblPr>
              <a:tblGrid>
                <a:gridCol w="5085080">
                  <a:extLst>
                    <a:ext uri="{9D8B030D-6E8A-4147-A177-3AD203B41FA5}">
                      <a16:colId xmlns:a16="http://schemas.microsoft.com/office/drawing/2014/main" val="3094504722"/>
                    </a:ext>
                  </a:extLst>
                </a:gridCol>
                <a:gridCol w="5369560">
                  <a:extLst>
                    <a:ext uri="{9D8B030D-6E8A-4147-A177-3AD203B41FA5}">
                      <a16:colId xmlns:a16="http://schemas.microsoft.com/office/drawing/2014/main" val="3690352580"/>
                    </a:ext>
                  </a:extLst>
                </a:gridCol>
              </a:tblGrid>
              <a:tr h="470154">
                <a:tc>
                  <a:txBody>
                    <a:bodyPr/>
                    <a:lstStyle/>
                    <a:p>
                      <a:pPr indent="0" algn="l">
                        <a:buNone/>
                      </a:pPr>
                      <a:r>
                        <a:rPr lang="en-IN" sz="1600" b="1" dirty="0">
                          <a:effectLst/>
                        </a:rPr>
                        <a:t>Python 3.10+</a:t>
                      </a:r>
                      <a:endParaRPr lang="en-IN" sz="1600" b="1" i="0" dirty="0">
                        <a:solidFill>
                          <a:srgbClr val="CCCCCC"/>
                        </a:solidFill>
                        <a:effectLst/>
                        <a:latin typeface="Segoe WPC"/>
                      </a:endParaRPr>
                    </a:p>
                  </a:txBody>
                  <a:tcPr anchor="ctr"/>
                </a:tc>
                <a:tc>
                  <a:txBody>
                    <a:bodyPr/>
                    <a:lstStyle/>
                    <a:p>
                      <a:pPr indent="0" algn="l">
                        <a:buNone/>
                      </a:pPr>
                      <a:r>
                        <a:rPr lang="en-IN" sz="1600">
                          <a:effectLst/>
                        </a:rPr>
                        <a:t>Core programming language</a:t>
                      </a:r>
                      <a:endParaRPr lang="en-IN" sz="1600" b="0" i="0">
                        <a:solidFill>
                          <a:srgbClr val="CCCCCC"/>
                        </a:solidFill>
                        <a:effectLst/>
                        <a:latin typeface="Segoe WPC"/>
                      </a:endParaRPr>
                    </a:p>
                  </a:txBody>
                  <a:tcPr anchor="ctr"/>
                </a:tc>
                <a:extLst>
                  <a:ext uri="{0D108BD9-81ED-4DB2-BD59-A6C34878D82A}">
                    <a16:rowId xmlns:a16="http://schemas.microsoft.com/office/drawing/2014/main" val="921726653"/>
                  </a:ext>
                </a:extLst>
              </a:tr>
              <a:tr h="470154">
                <a:tc>
                  <a:txBody>
                    <a:bodyPr/>
                    <a:lstStyle/>
                    <a:p>
                      <a:pPr indent="0" algn="l">
                        <a:buNone/>
                      </a:pPr>
                      <a:r>
                        <a:rPr lang="en-IN" sz="1600" b="1" dirty="0">
                          <a:effectLst/>
                        </a:rPr>
                        <a:t>Streamlit</a:t>
                      </a:r>
                      <a:endParaRPr lang="en-IN" sz="1600" b="1" i="0" dirty="0">
                        <a:solidFill>
                          <a:srgbClr val="CCCCCC"/>
                        </a:solidFill>
                        <a:effectLst/>
                        <a:latin typeface="Segoe WPC"/>
                      </a:endParaRPr>
                    </a:p>
                  </a:txBody>
                  <a:tcPr anchor="ctr"/>
                </a:tc>
                <a:tc>
                  <a:txBody>
                    <a:bodyPr/>
                    <a:lstStyle/>
                    <a:p>
                      <a:pPr indent="0" algn="l">
                        <a:buNone/>
                      </a:pPr>
                      <a:r>
                        <a:rPr lang="en-IN" sz="1600" dirty="0">
                          <a:effectLst/>
                        </a:rPr>
                        <a:t>Web application interface</a:t>
                      </a:r>
                      <a:endParaRPr lang="en-IN" sz="1600" b="0" i="0" dirty="0">
                        <a:solidFill>
                          <a:srgbClr val="CCCCCC"/>
                        </a:solidFill>
                        <a:effectLst/>
                        <a:latin typeface="Segoe WPC"/>
                      </a:endParaRPr>
                    </a:p>
                  </a:txBody>
                  <a:tcPr anchor="ctr"/>
                </a:tc>
                <a:extLst>
                  <a:ext uri="{0D108BD9-81ED-4DB2-BD59-A6C34878D82A}">
                    <a16:rowId xmlns:a16="http://schemas.microsoft.com/office/drawing/2014/main" val="2969356723"/>
                  </a:ext>
                </a:extLst>
              </a:tr>
              <a:tr h="470154">
                <a:tc>
                  <a:txBody>
                    <a:bodyPr/>
                    <a:lstStyle/>
                    <a:p>
                      <a:pPr indent="0" algn="l">
                        <a:buNone/>
                      </a:pPr>
                      <a:r>
                        <a:rPr lang="en-IN" sz="1600" b="1" dirty="0">
                          <a:effectLst/>
                        </a:rPr>
                        <a:t>IBM watsonx.ai</a:t>
                      </a:r>
                      <a:endParaRPr lang="en-IN" sz="1600" b="1" i="0" dirty="0">
                        <a:solidFill>
                          <a:srgbClr val="CCCCCC"/>
                        </a:solidFill>
                        <a:effectLst/>
                        <a:latin typeface="Segoe WPC"/>
                      </a:endParaRPr>
                    </a:p>
                  </a:txBody>
                  <a:tcPr anchor="ctr"/>
                </a:tc>
                <a:tc>
                  <a:txBody>
                    <a:bodyPr/>
                    <a:lstStyle/>
                    <a:p>
                      <a:pPr indent="0" algn="l">
                        <a:buNone/>
                      </a:pPr>
                      <a:r>
                        <a:rPr lang="en-IN" sz="1600">
                          <a:effectLst/>
                        </a:rPr>
                        <a:t>AI model API platform</a:t>
                      </a:r>
                      <a:endParaRPr lang="en-IN" sz="1600" b="0" i="0">
                        <a:solidFill>
                          <a:srgbClr val="CCCCCC"/>
                        </a:solidFill>
                        <a:effectLst/>
                        <a:latin typeface="Segoe WPC"/>
                      </a:endParaRPr>
                    </a:p>
                  </a:txBody>
                  <a:tcPr anchor="ctr"/>
                </a:tc>
                <a:extLst>
                  <a:ext uri="{0D108BD9-81ED-4DB2-BD59-A6C34878D82A}">
                    <a16:rowId xmlns:a16="http://schemas.microsoft.com/office/drawing/2014/main" val="2283965245"/>
                  </a:ext>
                </a:extLst>
              </a:tr>
              <a:tr h="470154">
                <a:tc>
                  <a:txBody>
                    <a:bodyPr/>
                    <a:lstStyle/>
                    <a:p>
                      <a:pPr indent="0" algn="l">
                        <a:buNone/>
                      </a:pPr>
                      <a:r>
                        <a:rPr lang="en-IN" sz="1600" b="1" dirty="0">
                          <a:effectLst/>
                        </a:rPr>
                        <a:t>IBM Granite (ibm/granite-13b-instruct-v2)</a:t>
                      </a:r>
                      <a:endParaRPr lang="en-IN" sz="1600" b="1" i="0" dirty="0">
                        <a:solidFill>
                          <a:srgbClr val="CCCCCC"/>
                        </a:solidFill>
                        <a:effectLst/>
                        <a:latin typeface="Segoe WPC"/>
                      </a:endParaRPr>
                    </a:p>
                  </a:txBody>
                  <a:tcPr anchor="ctr"/>
                </a:tc>
                <a:tc>
                  <a:txBody>
                    <a:bodyPr/>
                    <a:lstStyle/>
                    <a:p>
                      <a:pPr indent="0" algn="l">
                        <a:buNone/>
                      </a:pPr>
                      <a:r>
                        <a:rPr lang="en-IN" sz="1600">
                          <a:effectLst/>
                        </a:rPr>
                        <a:t>AI language model for content simplification</a:t>
                      </a:r>
                      <a:endParaRPr lang="en-IN" sz="1600" b="0" i="0">
                        <a:solidFill>
                          <a:srgbClr val="CCCCCC"/>
                        </a:solidFill>
                        <a:effectLst/>
                        <a:latin typeface="Segoe WPC"/>
                      </a:endParaRPr>
                    </a:p>
                  </a:txBody>
                  <a:tcPr anchor="ctr"/>
                </a:tc>
                <a:extLst>
                  <a:ext uri="{0D108BD9-81ED-4DB2-BD59-A6C34878D82A}">
                    <a16:rowId xmlns:a16="http://schemas.microsoft.com/office/drawing/2014/main" val="139533781"/>
                  </a:ext>
                </a:extLst>
              </a:tr>
              <a:tr h="470154">
                <a:tc>
                  <a:txBody>
                    <a:bodyPr/>
                    <a:lstStyle/>
                    <a:p>
                      <a:pPr indent="0" algn="l">
                        <a:buNone/>
                      </a:pPr>
                      <a:r>
                        <a:rPr lang="en-IN" sz="1600" b="1" dirty="0">
                          <a:effectLst/>
                        </a:rPr>
                        <a:t>ibm-</a:t>
                      </a:r>
                      <a:r>
                        <a:rPr lang="en-IN" sz="1600" b="1" dirty="0" err="1">
                          <a:effectLst/>
                        </a:rPr>
                        <a:t>watsonx</a:t>
                      </a:r>
                      <a:r>
                        <a:rPr lang="en-IN" sz="1600" b="1" dirty="0">
                          <a:effectLst/>
                        </a:rPr>
                        <a:t>-ai SDK</a:t>
                      </a:r>
                      <a:endParaRPr lang="en-IN" sz="1600" b="1" i="0" dirty="0">
                        <a:solidFill>
                          <a:srgbClr val="CCCCCC"/>
                        </a:solidFill>
                        <a:effectLst/>
                        <a:latin typeface="Segoe WPC"/>
                      </a:endParaRPr>
                    </a:p>
                  </a:txBody>
                  <a:tcPr anchor="ctr"/>
                </a:tc>
                <a:tc>
                  <a:txBody>
                    <a:bodyPr/>
                    <a:lstStyle/>
                    <a:p>
                      <a:pPr indent="0" algn="l">
                        <a:buNone/>
                      </a:pPr>
                      <a:r>
                        <a:rPr lang="en-IN" sz="1600" dirty="0">
                          <a:effectLst/>
                        </a:rPr>
                        <a:t>Python library to connect with IBM Granite</a:t>
                      </a:r>
                      <a:endParaRPr lang="en-IN" sz="1600" b="0" i="0" dirty="0">
                        <a:solidFill>
                          <a:srgbClr val="CCCCCC"/>
                        </a:solidFill>
                        <a:effectLst/>
                        <a:latin typeface="Segoe WPC"/>
                      </a:endParaRPr>
                    </a:p>
                  </a:txBody>
                  <a:tcPr anchor="ctr"/>
                </a:tc>
                <a:extLst>
                  <a:ext uri="{0D108BD9-81ED-4DB2-BD59-A6C34878D82A}">
                    <a16:rowId xmlns:a16="http://schemas.microsoft.com/office/drawing/2014/main" val="2020557423"/>
                  </a:ext>
                </a:extLst>
              </a:tr>
              <a:tr h="470154">
                <a:tc>
                  <a:txBody>
                    <a:bodyPr/>
                    <a:lstStyle/>
                    <a:p>
                      <a:pPr indent="0" algn="l">
                        <a:buNone/>
                      </a:pPr>
                      <a:r>
                        <a:rPr lang="en-IN" sz="1600" b="1" dirty="0">
                          <a:effectLst/>
                        </a:rPr>
                        <a:t>python-</a:t>
                      </a:r>
                      <a:r>
                        <a:rPr lang="en-IN" sz="1600" b="1" dirty="0" err="1">
                          <a:effectLst/>
                        </a:rPr>
                        <a:t>dotenv</a:t>
                      </a:r>
                      <a:endParaRPr lang="en-IN" sz="1600" b="1" i="0" dirty="0">
                        <a:solidFill>
                          <a:srgbClr val="CCCCCC"/>
                        </a:solidFill>
                        <a:effectLst/>
                        <a:latin typeface="Segoe WPC"/>
                      </a:endParaRPr>
                    </a:p>
                  </a:txBody>
                  <a:tcPr anchor="ctr"/>
                </a:tc>
                <a:tc>
                  <a:txBody>
                    <a:bodyPr/>
                    <a:lstStyle/>
                    <a:p>
                      <a:pPr indent="0" algn="l">
                        <a:buNone/>
                      </a:pPr>
                      <a:r>
                        <a:rPr lang="en-IN" sz="1600" dirty="0">
                          <a:effectLst/>
                        </a:rPr>
                        <a:t>Loads API credentials securely from .env file</a:t>
                      </a:r>
                      <a:endParaRPr lang="en-IN" sz="1600" b="0" i="0" dirty="0">
                        <a:solidFill>
                          <a:srgbClr val="CCCCCC"/>
                        </a:solidFill>
                        <a:effectLst/>
                        <a:latin typeface="Segoe WPC"/>
                      </a:endParaRPr>
                    </a:p>
                  </a:txBody>
                  <a:tcPr anchor="ctr"/>
                </a:tc>
                <a:extLst>
                  <a:ext uri="{0D108BD9-81ED-4DB2-BD59-A6C34878D82A}">
                    <a16:rowId xmlns:a16="http://schemas.microsoft.com/office/drawing/2014/main" val="2633420670"/>
                  </a:ext>
                </a:extLst>
              </a:tr>
              <a:tr h="470154">
                <a:tc>
                  <a:txBody>
                    <a:bodyPr/>
                    <a:lstStyle/>
                    <a:p>
                      <a:pPr indent="0" algn="l">
                        <a:buNone/>
                      </a:pPr>
                      <a:r>
                        <a:rPr lang="en-IN" sz="1600" b="1" dirty="0">
                          <a:effectLst/>
                        </a:rPr>
                        <a:t>IBM Cloud IAM</a:t>
                      </a:r>
                      <a:endParaRPr lang="en-IN" sz="1600" b="1" i="0" dirty="0">
                        <a:solidFill>
                          <a:srgbClr val="CCCCCC"/>
                        </a:solidFill>
                        <a:effectLst/>
                        <a:latin typeface="Segoe WPC"/>
                      </a:endParaRPr>
                    </a:p>
                  </a:txBody>
                  <a:tcPr anchor="ctr"/>
                </a:tc>
                <a:tc>
                  <a:txBody>
                    <a:bodyPr/>
                    <a:lstStyle/>
                    <a:p>
                      <a:pPr indent="0" algn="l">
                        <a:buNone/>
                      </a:pPr>
                      <a:r>
                        <a:rPr lang="en-IN" sz="1600" dirty="0">
                          <a:effectLst/>
                        </a:rPr>
                        <a:t>API key management and authentication</a:t>
                      </a:r>
                      <a:endParaRPr lang="en-IN" sz="1600" b="0" i="0" dirty="0">
                        <a:solidFill>
                          <a:srgbClr val="CCCCCC"/>
                        </a:solidFill>
                        <a:effectLst/>
                        <a:latin typeface="Segoe WPC"/>
                      </a:endParaRPr>
                    </a:p>
                  </a:txBody>
                  <a:tcPr anchor="ctr"/>
                </a:tc>
                <a:extLst>
                  <a:ext uri="{0D108BD9-81ED-4DB2-BD59-A6C34878D82A}">
                    <a16:rowId xmlns:a16="http://schemas.microsoft.com/office/drawing/2014/main" val="1876830421"/>
                  </a:ext>
                </a:extLst>
              </a:tr>
              <a:tr h="470154">
                <a:tc>
                  <a:txBody>
                    <a:bodyPr/>
                    <a:lstStyle/>
                    <a:p>
                      <a:pPr indent="0" algn="l">
                        <a:buNone/>
                      </a:pPr>
                      <a:r>
                        <a:rPr lang="en-IN" sz="1600" b="1" dirty="0">
                          <a:effectLst/>
                        </a:rPr>
                        <a:t>Watson Studio</a:t>
                      </a:r>
                      <a:endParaRPr lang="en-IN" sz="1600" b="1" i="0" dirty="0">
                        <a:solidFill>
                          <a:srgbClr val="CCCCCC"/>
                        </a:solidFill>
                        <a:effectLst/>
                        <a:latin typeface="Segoe WPC"/>
                      </a:endParaRPr>
                    </a:p>
                  </a:txBody>
                  <a:tcPr anchor="ctr"/>
                </a:tc>
                <a:tc>
                  <a:txBody>
                    <a:bodyPr/>
                    <a:lstStyle/>
                    <a:p>
                      <a:pPr indent="0" algn="l">
                        <a:buNone/>
                      </a:pPr>
                      <a:r>
                        <a:rPr lang="en-IN" sz="1600" dirty="0">
                          <a:effectLst/>
                        </a:rPr>
                        <a:t>Project workspace on IBM Cloud</a:t>
                      </a:r>
                      <a:endParaRPr lang="en-IN" sz="1600" b="0" i="0" dirty="0">
                        <a:solidFill>
                          <a:srgbClr val="CCCCCC"/>
                        </a:solidFill>
                        <a:effectLst/>
                        <a:latin typeface="Segoe WPC"/>
                      </a:endParaRPr>
                    </a:p>
                  </a:txBody>
                  <a:tcPr anchor="ctr"/>
                </a:tc>
                <a:extLst>
                  <a:ext uri="{0D108BD9-81ED-4DB2-BD59-A6C34878D82A}">
                    <a16:rowId xmlns:a16="http://schemas.microsoft.com/office/drawing/2014/main" val="2687801235"/>
                  </a:ext>
                </a:extLst>
              </a:tr>
            </a:tbl>
          </a:graphicData>
        </a:graphic>
      </p:graphicFrame>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570363E7-5818-978B-EB86-A93327780A65}"/>
              </a:ext>
            </a:extLst>
          </p:cNvPr>
          <p:cNvPicPr>
            <a:picLocks noChangeAspect="1"/>
          </p:cNvPicPr>
          <p:nvPr/>
        </p:nvPicPr>
        <p:blipFill>
          <a:blip r:embed="rId3"/>
          <a:stretch>
            <a:fillRect/>
          </a:stretch>
        </p:blipFill>
        <p:spPr>
          <a:xfrm>
            <a:off x="3984520" y="1104646"/>
            <a:ext cx="8044919" cy="425683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6D942801-6529-457D-4F9E-EA3CA068F5D0}"/>
              </a:ext>
            </a:extLst>
          </p:cNvPr>
          <p:cNvPicPr>
            <a:picLocks noChangeAspect="1"/>
          </p:cNvPicPr>
          <p:nvPr/>
        </p:nvPicPr>
        <p:blipFill>
          <a:blip r:embed="rId3"/>
          <a:stretch>
            <a:fillRect/>
          </a:stretch>
        </p:blipFill>
        <p:spPr>
          <a:xfrm>
            <a:off x="983226" y="1068496"/>
            <a:ext cx="10058400" cy="546626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3F84A0-49BE-F9B9-E281-BADCEBF29B8A}"/>
              </a:ext>
            </a:extLst>
          </p:cNvPr>
          <p:cNvPicPr>
            <a:picLocks noChangeAspect="1"/>
          </p:cNvPicPr>
          <p:nvPr/>
        </p:nvPicPr>
        <p:blipFill>
          <a:blip r:embed="rId2"/>
          <a:stretch>
            <a:fillRect/>
          </a:stretch>
        </p:blipFill>
        <p:spPr>
          <a:xfrm>
            <a:off x="1066588" y="944879"/>
            <a:ext cx="10231332" cy="5241089"/>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4" name="TextBox 3">
            <a:extLst>
              <a:ext uri="{FF2B5EF4-FFF2-40B4-BE49-F238E27FC236}">
                <a16:creationId xmlns:a16="http://schemas.microsoft.com/office/drawing/2014/main" id="{6C00D557-A2CF-2E1E-A67C-927C05E458DD}"/>
              </a:ext>
            </a:extLst>
          </p:cNvPr>
          <p:cNvSpPr txBox="1"/>
          <p:nvPr/>
        </p:nvSpPr>
        <p:spPr>
          <a:xfrm>
            <a:off x="804672" y="1432560"/>
            <a:ext cx="7121167" cy="3693319"/>
          </a:xfrm>
          <a:prstGeom prst="rect">
            <a:avLst/>
          </a:prstGeom>
          <a:noFill/>
        </p:spPr>
        <p:txBody>
          <a:bodyPr wrap="square" rtlCol="0">
            <a:spAutoFit/>
          </a:bodyPr>
          <a:lstStyle/>
          <a:p>
            <a:pPr marL="285750" lvl="0" indent="-285750">
              <a:buFont typeface="Arial" panose="020B0604020202020204" pitchFamily="34" charset="0"/>
              <a:buChar char="•"/>
            </a:pPr>
            <a:r>
              <a:rPr lang="en-IN" sz="2000" dirty="0"/>
              <a:t>Analyzes  complex academic content provided by students. </a:t>
            </a:r>
          </a:p>
          <a:p>
            <a:pPr marL="285750" lvl="0" indent="-285750">
              <a:buFont typeface="Arial" panose="020B0604020202020204" pitchFamily="34" charset="0"/>
              <a:buChar char="•"/>
            </a:pPr>
            <a:r>
              <a:rPr lang="en-IN" sz="2000" dirty="0"/>
              <a:t>Adapts  explanations based on the learner's selected proficiency level. </a:t>
            </a:r>
          </a:p>
          <a:p>
            <a:pPr marL="285750" lvl="0" indent="-285750">
              <a:buFont typeface="Arial" panose="020B0604020202020204" pitchFamily="34" charset="0"/>
              <a:buChar char="•"/>
            </a:pPr>
            <a:r>
              <a:rPr lang="en-IN" sz="2000" dirty="0"/>
              <a:t>Breaks large content into simple, structured sections. </a:t>
            </a:r>
          </a:p>
          <a:p>
            <a:pPr marL="285750" lvl="0" indent="-285750">
              <a:buFont typeface="Arial" panose="020B0604020202020204" pitchFamily="34" charset="0"/>
              <a:buChar char="•"/>
            </a:pPr>
            <a:r>
              <a:rPr lang="en-IN" sz="2000" dirty="0"/>
              <a:t>Generates key concepts, important points, examples, and revision notes. </a:t>
            </a:r>
          </a:p>
          <a:p>
            <a:pPr marL="285750" lvl="0" indent="-285750">
              <a:buFont typeface="Arial" panose="020B0604020202020204" pitchFamily="34" charset="0"/>
              <a:buChar char="•"/>
            </a:pPr>
            <a:r>
              <a:rPr lang="en-IN" sz="2000" dirty="0"/>
              <a:t>Helps students understand and revise course material more efficiently. </a:t>
            </a:r>
          </a:p>
          <a:p>
            <a:pPr marL="285750" lvl="0" indent="-285750">
              <a:buFont typeface="Arial" panose="020B0604020202020204" pitchFamily="34" charset="0"/>
              <a:buChar char="•"/>
            </a:pPr>
            <a:r>
              <a:rPr lang="en-IN" sz="2000" dirty="0"/>
              <a:t>Provides an interactive AI-based learning experience using IBM Granite.</a:t>
            </a:r>
          </a:p>
          <a:p>
            <a:endParaRPr lang="en-IN"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83E33263-23B6-5464-8745-709202610DE7}"/>
              </a:ext>
            </a:extLst>
          </p:cNvPr>
          <p:cNvPicPr>
            <a:picLocks noChangeAspect="1"/>
          </p:cNvPicPr>
          <p:nvPr/>
        </p:nvPicPr>
        <p:blipFill>
          <a:blip r:embed="rId3"/>
          <a:stretch>
            <a:fillRect/>
          </a:stretch>
        </p:blipFill>
        <p:spPr>
          <a:xfrm>
            <a:off x="1371304" y="1044263"/>
            <a:ext cx="8946177" cy="512160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66465"/>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id="{9255DA2D-D72D-9721-0A8E-E72CCE775E21}"/>
              </a:ext>
            </a:extLst>
          </p:cNvPr>
          <p:cNvPicPr>
            <a:picLocks noChangeAspect="1"/>
          </p:cNvPicPr>
          <p:nvPr/>
        </p:nvPicPr>
        <p:blipFill>
          <a:blip r:embed="rId3"/>
          <a:stretch>
            <a:fillRect/>
          </a:stretch>
        </p:blipFill>
        <p:spPr>
          <a:xfrm>
            <a:off x="1137085" y="949960"/>
            <a:ext cx="9917830" cy="558656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5714E9E-8657-93D4-F8DF-5139DADCC2EF}"/>
              </a:ext>
            </a:extLst>
          </p:cNvPr>
          <p:cNvPicPr>
            <a:picLocks noChangeAspect="1"/>
          </p:cNvPicPr>
          <p:nvPr/>
        </p:nvPicPr>
        <p:blipFill>
          <a:blip r:embed="rId3"/>
          <a:stretch>
            <a:fillRect/>
          </a:stretch>
        </p:blipFill>
        <p:spPr>
          <a:xfrm>
            <a:off x="848927" y="816977"/>
            <a:ext cx="10367713" cy="5830149"/>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53720" y="357235"/>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683240" cy="3631763"/>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Learner-Level Adaptation:</a:t>
            </a:r>
            <a:r>
              <a:rPr lang="en-IN" sz="1800" dirty="0"/>
              <a:t> The system adjusts the complexity of explanations based on the student's selected learning level. </a:t>
            </a:r>
          </a:p>
          <a:p>
            <a:pPr marL="285750" lvl="0" indent="-285750">
              <a:buFont typeface="Arial" panose="020B0604020202020204" pitchFamily="34" charset="0"/>
              <a:buChar char="•"/>
            </a:pPr>
            <a:r>
              <a:rPr lang="en-IN" sz="1800" b="1" dirty="0"/>
              <a:t>Structured Simplification:</a:t>
            </a:r>
            <a:r>
              <a:rPr lang="en-IN" sz="1800" dirty="0"/>
              <a:t> Instead of simply summarizing, it organizes content into </a:t>
            </a:r>
            <a:r>
              <a:rPr lang="en-IN" sz="1800" b="1" dirty="0"/>
              <a:t>Simple Explanation, Key Concepts, Important Points, Examples, and Quick Revision</a:t>
            </a:r>
            <a:r>
              <a:rPr lang="en-IN" sz="1800" dirty="0"/>
              <a:t>. </a:t>
            </a:r>
          </a:p>
          <a:p>
            <a:pPr marL="285750" lvl="0" indent="-285750">
              <a:buFont typeface="Arial" panose="020B0604020202020204" pitchFamily="34" charset="0"/>
              <a:buChar char="•"/>
            </a:pPr>
            <a:r>
              <a:rPr lang="en-IN" sz="1800" b="1" dirty="0"/>
              <a:t>AI-Based Academic Assistance:</a:t>
            </a:r>
            <a:r>
              <a:rPr lang="en-IN" sz="1800" dirty="0"/>
              <a:t> IBM Granite is used to transform technical and lengthy study material into student-friendly content. </a:t>
            </a:r>
          </a:p>
          <a:p>
            <a:pPr marL="285750" lvl="0" indent="-285750">
              <a:buFont typeface="Arial" panose="020B0604020202020204" pitchFamily="34" charset="0"/>
              <a:buChar char="•"/>
            </a:pPr>
            <a:r>
              <a:rPr lang="en-IN" sz="1800" b="1" dirty="0"/>
              <a:t>Single-Input to Multiple Learning Outputs:</a:t>
            </a:r>
            <a:r>
              <a:rPr lang="en-IN" sz="1800" dirty="0"/>
              <a:t> One piece of course content is converted into different study formats from the same input. </a:t>
            </a:r>
          </a:p>
          <a:p>
            <a:pPr marL="285750" lvl="0" indent="-285750">
              <a:buFont typeface="Arial" panose="020B0604020202020204" pitchFamily="34" charset="0"/>
              <a:buChar char="•"/>
            </a:pPr>
            <a:r>
              <a:rPr lang="en-IN" sz="1800" b="1" dirty="0"/>
              <a:t>Student-Centered Design:</a:t>
            </a:r>
            <a:r>
              <a:rPr lang="en-IN" sz="1800" dirty="0"/>
              <a:t> The interface is designed specifically around common student needs such as understanding difficult topics and quick revision. </a:t>
            </a:r>
          </a:p>
          <a:p>
            <a:pPr marL="285750" lvl="0" indent="-285750">
              <a:buFont typeface="Arial" panose="020B0604020202020204" pitchFamily="34" charset="0"/>
              <a:buChar char="•"/>
            </a:pPr>
            <a:r>
              <a:rPr lang="en-IN" sz="1800" b="1" dirty="0"/>
              <a:t>Demo + Live AI Support:</a:t>
            </a:r>
            <a:r>
              <a:rPr lang="en-IN" sz="1800" dirty="0"/>
              <a:t> The system can work in Demo Mode while also supporting live IBM Granite integration when configured.</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EE54B51C-866F-45EE-7687-97F342D9D0E4}"/>
              </a:ext>
            </a:extLst>
          </p:cNvPr>
          <p:cNvSpPr txBox="1"/>
          <p:nvPr/>
        </p:nvSpPr>
        <p:spPr>
          <a:xfrm>
            <a:off x="1758696" y="1427287"/>
            <a:ext cx="8513064" cy="707886"/>
          </a:xfrm>
          <a:prstGeom prst="rect">
            <a:avLst/>
          </a:prstGeom>
          <a:noFill/>
        </p:spPr>
        <p:txBody>
          <a:bodyPr wrap="square">
            <a:spAutoFit/>
          </a:bodyPr>
          <a:lstStyle/>
          <a:p>
            <a:r>
              <a:rPr lang="en-IN" sz="2000" b="1" dirty="0">
                <a:hlinkClick r:id="rId3"/>
              </a:rPr>
              <a:t>https://github.com/deepakcodes-2028/Course-Content-Simplification-Agent.git</a:t>
            </a:r>
            <a:r>
              <a:rPr lang="en-IN" sz="2000" b="1" dirty="0"/>
              <a:t>  </a:t>
            </a:r>
          </a:p>
        </p:txBody>
      </p:sp>
    </p:spTree>
    <p:extLst>
      <p:ext uri="{BB962C8B-B14F-4D97-AF65-F5344CB8AC3E}">
        <p14:creationId xmlns:p14="http://schemas.microsoft.com/office/powerpoint/2010/main" val="404041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lvl="0" indent="-285750" algn="just">
              <a:buFont typeface="Arial" panose="020B0604020202020204" pitchFamily="34" charset="0"/>
              <a:buChar char="•"/>
            </a:pPr>
            <a:r>
              <a:rPr lang="en-IN" sz="1800" b="1" dirty="0"/>
              <a:t>Personalized Learning:</a:t>
            </a:r>
            <a:r>
              <a:rPr lang="en-IN" sz="1800" dirty="0"/>
              <a:t> Adapt explanations automatically based on each student's learning progress and performance. </a:t>
            </a:r>
          </a:p>
          <a:p>
            <a:pPr marL="285750" lvl="0" indent="-285750" algn="just">
              <a:buFont typeface="Arial" panose="020B0604020202020204" pitchFamily="34" charset="0"/>
              <a:buChar char="•"/>
            </a:pPr>
            <a:r>
              <a:rPr lang="en-IN" sz="1800" b="1" dirty="0"/>
              <a:t>Multilingual Support:</a:t>
            </a:r>
            <a:r>
              <a:rPr lang="en-IN" sz="1800" dirty="0"/>
              <a:t> Provide simplified course content in multiple regional and international languages. </a:t>
            </a:r>
          </a:p>
          <a:p>
            <a:pPr marL="285750" lvl="0" indent="-285750" algn="just">
              <a:buFont typeface="Arial" panose="020B0604020202020204" pitchFamily="34" charset="0"/>
              <a:buChar char="•"/>
            </a:pPr>
            <a:r>
              <a:rPr lang="en-IN" sz="1800" b="1" dirty="0"/>
              <a:t>Document Upload:</a:t>
            </a:r>
            <a:r>
              <a:rPr lang="en-IN" sz="1800" dirty="0"/>
              <a:t> Allow students to upload PDFs, PPTs, notes, and textbooks for automatic simplification. </a:t>
            </a:r>
          </a:p>
          <a:p>
            <a:pPr marL="285750" lvl="0" indent="-285750" algn="just">
              <a:buFont typeface="Arial" panose="020B0604020202020204" pitchFamily="34" charset="0"/>
              <a:buChar char="•"/>
            </a:pPr>
            <a:r>
              <a:rPr lang="en-IN" sz="1800" b="1" dirty="0"/>
              <a:t>AI-Powered Question Generation:</a:t>
            </a:r>
            <a:r>
              <a:rPr lang="en-IN" sz="1800" dirty="0"/>
              <a:t> Generate quizzes, MCQs, short-answer questions, and practice tests from the provided content. </a:t>
            </a:r>
          </a:p>
          <a:p>
            <a:pPr marL="285750" lvl="0" indent="-285750" algn="just">
              <a:buFont typeface="Arial" panose="020B0604020202020204" pitchFamily="34" charset="0"/>
              <a:buChar char="•"/>
            </a:pPr>
            <a:r>
              <a:rPr lang="en-IN" sz="1800" b="1" dirty="0"/>
              <a:t>Voice-Based Learning:</a:t>
            </a:r>
            <a:r>
              <a:rPr lang="en-IN" sz="1800" dirty="0"/>
              <a:t> Add speech-to-text and text-to-speech features for hands-free learning. </a:t>
            </a:r>
          </a:p>
          <a:p>
            <a:pPr marL="285750" lvl="0" indent="-285750" algn="just">
              <a:buFont typeface="Arial" panose="020B0604020202020204" pitchFamily="34" charset="0"/>
              <a:buChar char="•"/>
            </a:pPr>
            <a:r>
              <a:rPr lang="en-IN" sz="1800" b="1" dirty="0"/>
              <a:t>Learning Progress Tracking:</a:t>
            </a:r>
            <a:r>
              <a:rPr lang="en-IN" sz="1800" dirty="0"/>
              <a:t> Track topics studied, quiz scores, and improvement over time. </a:t>
            </a:r>
          </a:p>
          <a:p>
            <a:pPr marL="285750" lvl="0" indent="-285750" algn="just">
              <a:buFont typeface="Arial" panose="020B0604020202020204" pitchFamily="34" charset="0"/>
              <a:buChar char="•"/>
            </a:pPr>
            <a:r>
              <a:rPr lang="en-IN" sz="1800" b="1" dirty="0"/>
              <a:t>Advanced AI Agent:</a:t>
            </a:r>
            <a:r>
              <a:rPr lang="en-IN" sz="1800" dirty="0"/>
              <a:t> Develop a more autonomous learning agent that can recommend what a student should study next based on their needs. </a:t>
            </a:r>
          </a:p>
          <a:p>
            <a:pPr marL="285750" lvl="0" indent="-285750" algn="just">
              <a:buFont typeface="Arial" panose="020B0604020202020204" pitchFamily="34" charset="0"/>
              <a:buChar char="•"/>
            </a:pPr>
            <a:r>
              <a:rPr lang="en-IN" sz="1800" b="1" dirty="0"/>
              <a:t>Mobile Application:</a:t>
            </a:r>
            <a:r>
              <a:rPr lang="en-IN" sz="1800" dirty="0"/>
              <a:t> Extend the system into a mobile app for learning anytime and anywhere</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298452" y="177883"/>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a:t>
            </a:r>
            <a:r>
              <a:rPr lang="en-US" sz="2400" b="1" dirty="0"/>
              <a:t>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1257817" y="916547"/>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ctr"/>
            <a:r>
              <a:rPr lang="en-US" sz="2400" b="1" dirty="0"/>
              <a:t> Credly </a:t>
            </a:r>
            <a:r>
              <a:rPr lang="en-US" sz="2000" b="1" dirty="0"/>
              <a:t>Certificate</a:t>
            </a:r>
            <a:r>
              <a:rPr lang="en-US" sz="2400" b="1" dirty="0"/>
              <a:t>(Getting Started with Artificial Intelligence)  </a:t>
            </a:r>
          </a:p>
        </p:txBody>
      </p:sp>
      <p:pic>
        <p:nvPicPr>
          <p:cNvPr id="4" name="Picture 3">
            <a:extLst>
              <a:ext uri="{FF2B5EF4-FFF2-40B4-BE49-F238E27FC236}">
                <a16:creationId xmlns:a16="http://schemas.microsoft.com/office/drawing/2014/main" id="{159DFE6E-7F44-9E11-94CD-CA2B7AEF0ACF}"/>
              </a:ext>
            </a:extLst>
          </p:cNvPr>
          <p:cNvPicPr>
            <a:picLocks noChangeAspect="1"/>
          </p:cNvPicPr>
          <p:nvPr/>
        </p:nvPicPr>
        <p:blipFill>
          <a:blip r:embed="rId2"/>
          <a:stretch>
            <a:fillRect/>
          </a:stretch>
        </p:blipFill>
        <p:spPr>
          <a:xfrm>
            <a:off x="3110167" y="1818030"/>
            <a:ext cx="6187976" cy="461812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3553854" y="687286"/>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2" algn="ctr"/>
            <a:r>
              <a:rPr lang="en-US" sz="2000" b="1" dirty="0"/>
              <a:t> IBM BOB Certificate</a:t>
            </a:r>
          </a:p>
        </p:txBody>
      </p:sp>
      <p:pic>
        <p:nvPicPr>
          <p:cNvPr id="8" name="Picture 7">
            <a:extLst>
              <a:ext uri="{FF2B5EF4-FFF2-40B4-BE49-F238E27FC236}">
                <a16:creationId xmlns:a16="http://schemas.microsoft.com/office/drawing/2014/main" id="{6E98B2DC-27AC-6D8E-DA87-6179CF4BCEE4}"/>
              </a:ext>
            </a:extLst>
          </p:cNvPr>
          <p:cNvPicPr>
            <a:picLocks noChangeAspect="1"/>
          </p:cNvPicPr>
          <p:nvPr/>
        </p:nvPicPr>
        <p:blipFill>
          <a:blip r:embed="rId2"/>
          <a:stretch>
            <a:fillRect/>
          </a:stretch>
        </p:blipFill>
        <p:spPr>
          <a:xfrm>
            <a:off x="2064824" y="1271292"/>
            <a:ext cx="8415743" cy="517303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TotalTime>
  <Words>1054</Words>
  <Application>Microsoft Office PowerPoint</Application>
  <PresentationFormat>Widescreen</PresentationFormat>
  <Paragraphs>131</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Segoe WPC</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 Deepak</cp:lastModifiedBy>
  <cp:revision>3</cp:revision>
  <dcterms:created xsi:type="dcterms:W3CDTF">2025-07-08T05:06:56Z</dcterms:created>
  <dcterms:modified xsi:type="dcterms:W3CDTF">2026-09-11T16:46:39Z</dcterms:modified>
</cp:coreProperties>
</file>